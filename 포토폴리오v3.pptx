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9675"/>
            <a:ext cx="121920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112"/>
            <a:ext cx="12192000" cy="5819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41" y="0"/>
            <a:ext cx="121079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7712"/>
            <a:ext cx="12192000" cy="5362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9125"/>
            <a:ext cx="12192000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350"/>
            <a:ext cx="12192000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6387"/>
            <a:ext cx="12192000" cy="3705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9137"/>
            <a:ext cx="12192000" cy="5419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9137"/>
            <a:ext cx="12192000" cy="5419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81125"/>
            <a:ext cx="12192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9675"/>
            <a:ext cx="121920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2437"/>
            <a:ext cx="12192000" cy="5953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2026-06-07T18:14:37Z</dcterms:created>
  <dcterms:modified xsi:type="dcterms:W3CDTF">2026-06-07T18:14:37Z</dcterms:modified>
</cp:coreProperties>
</file>