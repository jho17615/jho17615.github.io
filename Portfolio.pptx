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85750"/>
            <a:ext cx="12192000" cy="6286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9675"/>
            <a:ext cx="12192000" cy="44386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19113"/>
            <a:ext cx="12192000" cy="58197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81025"/>
            <a:ext cx="12192000" cy="5695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66825"/>
            <a:ext cx="12192000" cy="4324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409700"/>
            <a:ext cx="121920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047750"/>
            <a:ext cx="12192000" cy="476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943100"/>
            <a:ext cx="1219200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38262"/>
            <a:ext cx="12192000" cy="41814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52575"/>
            <a:ext cx="12192000" cy="3752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81125"/>
            <a:ext cx="1219200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209675"/>
            <a:ext cx="12192000" cy="44386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457200"/>
            <a:ext cx="12192000" cy="594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2026-06-07T14:39:32Z</dcterms:created>
  <dcterms:modified xsi:type="dcterms:W3CDTF">2026-06-07T14:39:32Z</dcterms:modified>
</cp:coreProperties>
</file>