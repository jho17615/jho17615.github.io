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5750"/>
            <a:ext cx="121920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9675"/>
            <a:ext cx="1219200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9112"/>
            <a:ext cx="12192000" cy="5819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025"/>
            <a:ext cx="12192000" cy="5695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66825"/>
            <a:ext cx="1219200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09700"/>
            <a:ext cx="121920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47750"/>
            <a:ext cx="12192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43100"/>
            <a:ext cx="121920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8262"/>
            <a:ext cx="12192000" cy="4181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52575"/>
            <a:ext cx="12192000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81125"/>
            <a:ext cx="121920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9675"/>
            <a:ext cx="1219200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"/>
            <a:ext cx="121920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2026-06-07T18:06:55Z</dcterms:created>
  <dcterms:modified xsi:type="dcterms:W3CDTF">2026-06-07T18:06:55Z</dcterms:modified>
</cp:coreProperties>
</file>